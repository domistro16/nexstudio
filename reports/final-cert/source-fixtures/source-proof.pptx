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Project Lumen -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4754880" cy="3108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Teams lose time to fragmented production handoffs.</a:t>
            </a:r>
          </a:p>
        </p:txBody>
      </p:sp>
      <p:pic>
        <p:nvPicPr>
          <p:cNvPr id="4" name="Picture 3" descr="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75488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Project Lumen - Evidence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4754880" cy="3108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Pilot evidence: 18 percent completion-time reduction.</a:t>
            </a:r>
          </a:p>
        </p:txBody>
      </p:sp>
      <p:pic>
        <p:nvPicPr>
          <p:cNvPr id="4" name="Picture 3" descr="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75488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Project Lumen - Outcome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4754880" cy="3108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Outcome: preserve factual provenance in final film.</a:t>
            </a:r>
          </a:p>
        </p:txBody>
      </p:sp>
      <p:pic>
        <p:nvPicPr>
          <p:cNvPr id="4" name="Picture 3" descr="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754880" cy="26746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